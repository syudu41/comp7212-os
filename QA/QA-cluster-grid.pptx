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599"/>
  </p:normalViewPr>
  <p:slideViewPr>
    <p:cSldViewPr>
      <p:cViewPr varScale="1">
        <p:scale>
          <a:sx n="106" d="100"/>
          <a:sy n="106" d="100"/>
        </p:scale>
        <p:origin x="14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224A-810D-4CDF-8C17-A9212CF86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QA – Cluster / Grid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B061B-A2C4-11F3-41C8-C913499D2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82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D5F5-E278-F694-513D-FB9A213F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F716E-C6FD-838E-BC68-692F9F99C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 cluster computing system consist of more than one master node?</a:t>
            </a:r>
          </a:p>
          <a:p>
            <a:pPr lvl="1"/>
            <a:r>
              <a:rPr lang="en-US" dirty="0"/>
              <a:t>Yes, depending on its architecture.</a:t>
            </a:r>
          </a:p>
          <a:p>
            <a:pPr lvl="2"/>
            <a:r>
              <a:rPr lang="en-US" dirty="0"/>
              <a:t>e.g., fault tolerant cluster computing system</a:t>
            </a:r>
          </a:p>
        </p:txBody>
      </p:sp>
    </p:spTree>
    <p:extLst>
      <p:ext uri="{BB962C8B-B14F-4D97-AF65-F5344CB8AC3E}">
        <p14:creationId xmlns:p14="http://schemas.microsoft.com/office/powerpoint/2010/main" val="293659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871B-39DF-90F2-E916-D2F7A543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308CA-0785-79B0-EB06-EAA10FF4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 a grid computing system consist of multiple cluster computing systems?</a:t>
            </a:r>
          </a:p>
          <a:p>
            <a:pPr lvl="1"/>
            <a:r>
              <a:rPr lang="en-US" dirty="0"/>
              <a:t>Yes</a:t>
            </a:r>
          </a:p>
          <a:p>
            <a:pPr lvl="2"/>
            <a:r>
              <a:rPr lang="en-US" dirty="0"/>
              <a:t>Each cluster may have its own internal management policy.</a:t>
            </a:r>
          </a:p>
          <a:p>
            <a:r>
              <a:rPr lang="en-US" dirty="0"/>
              <a:t>Then, there are more than one master nodes in the grid computing system?</a:t>
            </a:r>
          </a:p>
          <a:p>
            <a:pPr lvl="1"/>
            <a:r>
              <a:rPr lang="en-US" dirty="0"/>
              <a:t>Yes. However, those master nodes usually manage their own clusters, not the entire grid. </a:t>
            </a:r>
          </a:p>
          <a:p>
            <a:pPr lvl="1"/>
            <a:r>
              <a:rPr lang="en-US" dirty="0"/>
              <a:t>The grid itself may also have </a:t>
            </a:r>
            <a:r>
              <a:rPr lang="en-US"/>
              <a:t>higher-level master node.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73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103</Words>
  <Application>Microsoft Macintosh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QA – Cluster / Grid Computing</vt:lpstr>
      <vt:lpstr>Q1</vt:lpstr>
      <vt:lpstr>Q2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542</cp:revision>
  <dcterms:created xsi:type="dcterms:W3CDTF">2006-08-16T00:00:00Z</dcterms:created>
  <dcterms:modified xsi:type="dcterms:W3CDTF">2026-09-02T03:00:41Z</dcterms:modified>
</cp:coreProperties>
</file>