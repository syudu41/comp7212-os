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3"/>
    <p:restoredTop sz="94582"/>
  </p:normalViewPr>
  <p:slideViewPr>
    <p:cSldViewPr>
      <p:cViewPr varScale="1">
        <p:scale>
          <a:sx n="120" d="100"/>
          <a:sy n="120" d="100"/>
        </p:scale>
        <p:origin x="10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99AA4-461E-492B-AC5F-BC73CAE80FB0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FBFEC2-D1D9-4572-96CC-11D7F7296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8224A-810D-4CDF-8C17-A9212CF863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QA – Failure Transparency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B061B-A2C4-11F3-41C8-C913499D2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823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5D5F5-E278-F694-513D-FB9A213F6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F716E-C6FD-838E-BC68-692F9F99C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is hiding delay related to achieving failure transparency?</a:t>
            </a:r>
          </a:p>
          <a:p>
            <a:pPr lvl="1"/>
            <a:r>
              <a:rPr lang="en-US" dirty="0"/>
              <a:t>In the slide, failure specifically refers to a communication failure.</a:t>
            </a:r>
          </a:p>
          <a:p>
            <a:pPr lvl="1"/>
            <a:r>
              <a:rPr lang="en-US" dirty="0"/>
              <a:t>A long communication delay may appear to be a communication failure.</a:t>
            </a:r>
          </a:p>
          <a:p>
            <a:pPr lvl="1"/>
            <a:r>
              <a:rPr lang="en-US" dirty="0"/>
              <a:t>Therefore, hiding communication delays can help mask communication failures.</a:t>
            </a:r>
          </a:p>
        </p:txBody>
      </p:sp>
    </p:spTree>
    <p:extLst>
      <p:ext uri="{BB962C8B-B14F-4D97-AF65-F5344CB8AC3E}">
        <p14:creationId xmlns:p14="http://schemas.microsoft.com/office/powerpoint/2010/main" val="2936591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1659</TotalTime>
  <Words>50</Words>
  <Application>Microsoft Macintosh PowerPoint</Application>
  <PresentationFormat>On-screen Show 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QA – Failure Transparency</vt:lpstr>
      <vt:lpstr>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COSC 3360 Human Computer Interaction Introduction</dc:title>
  <dc:creator>Won, Myounggyu</dc:creator>
  <cp:lastModifiedBy>Myounggyu Won (mwon)</cp:lastModifiedBy>
  <cp:revision>544</cp:revision>
  <dcterms:created xsi:type="dcterms:W3CDTF">2006-08-16T00:00:00Z</dcterms:created>
  <dcterms:modified xsi:type="dcterms:W3CDTF">2026-09-17T18:13:01Z</dcterms:modified>
</cp:coreProperties>
</file>